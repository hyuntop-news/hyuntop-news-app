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</p:sldIdLst>
  <p:sldSz cx="12192000" cy="6858000" type="wide"/>
  <p:notesSz cx="6858000" cy="9144000"/>
  <p:defaultTextStyle>
    <a:defPPr>
      <a:defRPr lang="ko-KR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아침 뉴스 자동화 앱 제작 과정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50976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뉴스 수집부터 이메일 발송, 콘텐츠 제작, 영상 생성, 배포 보안까지</a:t>
            </a:r>
            <a:endParaRPr lang="ko-KR" sz="1450"/>
          </a:p>
        </p:txBody>
      </p:sp>
      <p:sp>
        <p:nvSpPr>
          <p:cNvPr id="4" name="divider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hero"/>
          <p:cNvSpPr txBox="1"/>
          <p:nvPr/>
        </p:nvSpPr>
        <p:spPr>
          <a:xfrm>
            <a:off x="685800" y="1874519"/>
            <a:ext cx="10789920" cy="23774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2D3EE"/>
            </a:solidFill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8FAFC"/>
                </a:solidFill>
                <a:latin typeface="Malgun Gothic"/>
                <a:ea typeface="Malgun Gothic"/>
              </a:rPr>
              <a:t>PowerShell 자동화에서 시작해</a:t>
            </a:r>
            <a:endParaRPr lang="ko-KR" sz="3000"/>
          </a:p>
          <a:p>
            <a:r>
              <a:rPr lang="ko-KR" sz="3000" b="1">
                <a:solidFill>
                  <a:srgbClr val="F8FAFC"/>
                </a:solidFill>
                <a:latin typeface="Malgun Gothic"/>
                <a:ea typeface="Malgun Gothic"/>
              </a:rPr>
              <a:t>Streamlit 대시보드형 웹앱으로 확장한 프로젝트</a:t>
            </a:r>
            <a:endParaRPr lang="ko-KR" sz="3000"/>
          </a:p>
        </p:txBody>
      </p:sp>
      <p:sp>
        <p:nvSpPr>
          <p:cNvPr id="6" name="date"/>
          <p:cNvSpPr txBox="1"/>
          <p:nvPr/>
        </p:nvSpPr>
        <p:spPr>
          <a:xfrm>
            <a:off x="731520" y="470916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800">
                <a:solidFill>
                  <a:srgbClr val="CBD5E1"/>
                </a:solidFill>
                <a:latin typeface="Malgun Gothic"/>
                <a:ea typeface="Malgun Gothic"/>
              </a:rPr>
              <a:t>HYUNTOP NEWS · 수정 가능한 PPT</a:t>
            </a:r>
            <a:endParaRPr lang="ko-KR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1. 앱의 목표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50976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코드를 몰라도 뉴스 콘텐츠 제작 흐름을 관리하는 도구</a:t>
            </a:r>
            <a:endParaRPr lang="ko-KR" sz="1450"/>
          </a:p>
        </p:txBody>
      </p:sp>
      <p:sp>
        <p:nvSpPr>
          <p:cNvPr id="4" name="divider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bullet"/>
          <p:cNvSpPr txBox="1"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매일 아침 주요 뉴스를 자동으로 수집</a:t>
            </a:r>
            <a:endParaRPr lang="ko-KR" sz="1750"/>
          </a:p>
        </p:txBody>
      </p:sp>
      <p:sp>
        <p:nvSpPr>
          <p:cNvPr id="6" name="bullet"/>
          <p:cNvSpPr txBox="1"/>
          <p:nvPr/>
        </p:nvSpPr>
        <p:spPr>
          <a:xfrm>
            <a:off x="731520" y="2542032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지정한 이메일로 뉴스 요약 발송</a:t>
            </a:r>
            <a:endParaRPr lang="ko-KR" sz="1750"/>
          </a:p>
        </p:txBody>
      </p:sp>
      <p:sp>
        <p:nvSpPr>
          <p:cNvPr id="7" name="bullet"/>
          <p:cNvSpPr txBox="1"/>
          <p:nvPr/>
        </p:nvSpPr>
        <p:spPr>
          <a:xfrm>
            <a:off x="731520" y="3255264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뉴스 중 하나를 골라 블로그, 티스토리, 쓰레드, 유튜브 대본 생성</a:t>
            </a:r>
            <a:endParaRPr lang="ko-KR" sz="1750"/>
          </a:p>
        </p:txBody>
      </p:sp>
      <p:sp>
        <p:nvSpPr>
          <p:cNvPr id="8" name="bullet"/>
          <p:cNvSpPr txBox="1"/>
          <p:nvPr/>
        </p:nvSpPr>
        <p:spPr>
          <a:xfrm>
            <a:off x="731520" y="3968496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PPTX와 영상 제작 패키지, MP4 영상까지 자동화</a:t>
            </a:r>
            <a:endParaRPr lang="ko-KR" sz="1750"/>
          </a:p>
        </p:txBody>
      </p:sp>
      <p:sp>
        <p:nvSpPr>
          <p:cNvPr id="9" name="bullet"/>
          <p:cNvSpPr txBox="1"/>
          <p:nvPr/>
        </p:nvSpPr>
        <p:spPr>
          <a:xfrm>
            <a:off x="731520" y="4681728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웹 대시보드에서 설정과 결과물을 관리</a:t>
            </a:r>
            <a:endParaRPr lang="ko-KR" sz="17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2. 필요했던 프로그램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50976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앱 제작과 배포에 사용한 주요 도구</a:t>
            </a:r>
            <a:endParaRPr lang="ko-KR" sz="1450"/>
          </a:p>
        </p:txBody>
      </p:sp>
      <p:sp>
        <p:nvSpPr>
          <p:cNvPr id="4" name="divider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table header"/>
          <p:cNvSpPr txBox="1"/>
          <p:nvPr/>
        </p:nvSpPr>
        <p:spPr>
          <a:xfrm>
            <a:off x="594360" y="1783080"/>
            <a:ext cx="146304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분류</a:t>
            </a:r>
            <a:endParaRPr lang="ko-KR" sz="1450"/>
          </a:p>
        </p:txBody>
      </p:sp>
      <p:sp>
        <p:nvSpPr>
          <p:cNvPr id="6" name="table header"/>
          <p:cNvSpPr txBox="1"/>
          <p:nvPr/>
        </p:nvSpPr>
        <p:spPr>
          <a:xfrm>
            <a:off x="2057400" y="1783080"/>
            <a:ext cx="356616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사용한 프로그램/서비스</a:t>
            </a:r>
            <a:endParaRPr lang="ko-KR" sz="1450"/>
          </a:p>
        </p:txBody>
      </p:sp>
      <p:sp>
        <p:nvSpPr>
          <p:cNvPr id="7" name="table header"/>
          <p:cNvSpPr txBox="1"/>
          <p:nvPr/>
        </p:nvSpPr>
        <p:spPr>
          <a:xfrm>
            <a:off x="5623560" y="1783080"/>
            <a:ext cx="548640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역할</a:t>
            </a:r>
            <a:endParaRPr lang="ko-KR" sz="1450"/>
          </a:p>
        </p:txBody>
      </p:sp>
      <p:sp>
        <p:nvSpPr>
          <p:cNvPr id="8" name="table cell"/>
          <p:cNvSpPr txBox="1"/>
          <p:nvPr/>
        </p:nvSpPr>
        <p:spPr>
          <a:xfrm>
            <a:off x="594360" y="2350008"/>
            <a:ext cx="1463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개발</a:t>
            </a:r>
            <a:endParaRPr lang="ko-KR" sz="1320"/>
          </a:p>
        </p:txBody>
      </p:sp>
      <p:sp>
        <p:nvSpPr>
          <p:cNvPr id="9" name="table cell"/>
          <p:cNvSpPr txBox="1"/>
          <p:nvPr/>
        </p:nvSpPr>
        <p:spPr>
          <a:xfrm>
            <a:off x="2057400" y="2350008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Python / VS Code</a:t>
            </a:r>
            <a:endParaRPr lang="ko-KR" sz="1320"/>
          </a:p>
        </p:txBody>
      </p:sp>
      <p:sp>
        <p:nvSpPr>
          <p:cNvPr id="10" name="table cell"/>
          <p:cNvSpPr txBox="1"/>
          <p:nvPr/>
        </p:nvSpPr>
        <p:spPr>
          <a:xfrm>
            <a:off x="5623560" y="2350008"/>
            <a:ext cx="54864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앱 기능 작성과 수정</a:t>
            </a:r>
            <a:endParaRPr lang="ko-KR" sz="1320"/>
          </a:p>
        </p:txBody>
      </p:sp>
      <p:sp>
        <p:nvSpPr>
          <p:cNvPr id="11" name="table cell"/>
          <p:cNvSpPr txBox="1"/>
          <p:nvPr/>
        </p:nvSpPr>
        <p:spPr>
          <a:xfrm>
            <a:off x="594360" y="2916936"/>
            <a:ext cx="1463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화면</a:t>
            </a:r>
            <a:endParaRPr lang="ko-KR" sz="1320"/>
          </a:p>
        </p:txBody>
      </p:sp>
      <p:sp>
        <p:nvSpPr>
          <p:cNvPr id="12" name="table cell"/>
          <p:cNvSpPr txBox="1"/>
          <p:nvPr/>
        </p:nvSpPr>
        <p:spPr>
          <a:xfrm>
            <a:off x="2057400" y="2916936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Streamlit</a:t>
            </a:r>
            <a:endParaRPr lang="ko-KR" sz="1320"/>
          </a:p>
        </p:txBody>
      </p:sp>
      <p:sp>
        <p:nvSpPr>
          <p:cNvPr id="13" name="table cell"/>
          <p:cNvSpPr txBox="1"/>
          <p:nvPr/>
        </p:nvSpPr>
        <p:spPr>
          <a:xfrm>
            <a:off x="5623560" y="2916936"/>
            <a:ext cx="54864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웹 대시보드 제작</a:t>
            </a:r>
            <a:endParaRPr lang="ko-KR" sz="1320"/>
          </a:p>
        </p:txBody>
      </p:sp>
      <p:sp>
        <p:nvSpPr>
          <p:cNvPr id="14" name="table cell"/>
          <p:cNvSpPr txBox="1"/>
          <p:nvPr/>
        </p:nvSpPr>
        <p:spPr>
          <a:xfrm>
            <a:off x="594360" y="3483864"/>
            <a:ext cx="1463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메일</a:t>
            </a:r>
            <a:endParaRPr lang="ko-KR" sz="1320"/>
          </a:p>
        </p:txBody>
      </p:sp>
      <p:sp>
        <p:nvSpPr>
          <p:cNvPr id="15" name="table cell"/>
          <p:cNvSpPr txBox="1"/>
          <p:nvPr/>
        </p:nvSpPr>
        <p:spPr>
          <a:xfrm>
            <a:off x="2057400" y="3483864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Gmail 앱 비밀번호</a:t>
            </a:r>
            <a:endParaRPr lang="ko-KR" sz="1320"/>
          </a:p>
        </p:txBody>
      </p:sp>
      <p:sp>
        <p:nvSpPr>
          <p:cNvPr id="16" name="table cell"/>
          <p:cNvSpPr txBox="1"/>
          <p:nvPr/>
        </p:nvSpPr>
        <p:spPr>
          <a:xfrm>
            <a:off x="5623560" y="3483864"/>
            <a:ext cx="54864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뉴스 자동 발송</a:t>
            </a:r>
            <a:endParaRPr lang="ko-KR" sz="1320"/>
          </a:p>
        </p:txBody>
      </p:sp>
      <p:sp>
        <p:nvSpPr>
          <p:cNvPr id="17" name="table cell"/>
          <p:cNvSpPr txBox="1"/>
          <p:nvPr/>
        </p:nvSpPr>
        <p:spPr>
          <a:xfrm>
            <a:off x="594360" y="4050791"/>
            <a:ext cx="1463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AI</a:t>
            </a:r>
            <a:endParaRPr lang="ko-KR" sz="1320"/>
          </a:p>
        </p:txBody>
      </p:sp>
      <p:sp>
        <p:nvSpPr>
          <p:cNvPr id="18" name="table cell"/>
          <p:cNvSpPr txBox="1"/>
          <p:nvPr/>
        </p:nvSpPr>
        <p:spPr>
          <a:xfrm>
            <a:off x="2057400" y="4050791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Google AI Studio / Gemini API</a:t>
            </a:r>
            <a:endParaRPr lang="ko-KR" sz="1320"/>
          </a:p>
        </p:txBody>
      </p:sp>
      <p:sp>
        <p:nvSpPr>
          <p:cNvPr id="19" name="table cell"/>
          <p:cNvSpPr txBox="1"/>
          <p:nvPr/>
        </p:nvSpPr>
        <p:spPr>
          <a:xfrm>
            <a:off x="5623560" y="4050791"/>
            <a:ext cx="54864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블로그 글과 대본 생성</a:t>
            </a:r>
            <a:endParaRPr lang="ko-KR" sz="1320"/>
          </a:p>
        </p:txBody>
      </p:sp>
      <p:sp>
        <p:nvSpPr>
          <p:cNvPr id="20" name="table cell"/>
          <p:cNvSpPr txBox="1"/>
          <p:nvPr/>
        </p:nvSpPr>
        <p:spPr>
          <a:xfrm>
            <a:off x="594360" y="4617720"/>
            <a:ext cx="146304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배포</a:t>
            </a:r>
            <a:endParaRPr lang="ko-KR" sz="1320"/>
          </a:p>
        </p:txBody>
      </p:sp>
      <p:sp>
        <p:nvSpPr>
          <p:cNvPr id="21" name="table cell"/>
          <p:cNvSpPr txBox="1"/>
          <p:nvPr/>
        </p:nvSpPr>
        <p:spPr>
          <a:xfrm>
            <a:off x="2057400" y="4617720"/>
            <a:ext cx="35661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GitHub / Streamlit Cloud</a:t>
            </a:r>
            <a:endParaRPr lang="ko-KR" sz="1320"/>
          </a:p>
        </p:txBody>
      </p:sp>
      <p:sp>
        <p:nvSpPr>
          <p:cNvPr id="22" name="table cell"/>
          <p:cNvSpPr txBox="1"/>
          <p:nvPr/>
        </p:nvSpPr>
        <p:spPr>
          <a:xfrm>
            <a:off x="5623560" y="4617720"/>
            <a:ext cx="54864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웹앱 배포와 관리</a:t>
            </a:r>
            <a:endParaRPr lang="ko-KR" sz="1320"/>
          </a:p>
        </p:txBody>
      </p:sp>
      <p:sp>
        <p:nvSpPr>
          <p:cNvPr id="23" name="table cell"/>
          <p:cNvSpPr txBox="1"/>
          <p:nvPr/>
        </p:nvSpPr>
        <p:spPr>
          <a:xfrm>
            <a:off x="594360" y="5184648"/>
            <a:ext cx="146304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영상</a:t>
            </a:r>
            <a:endParaRPr lang="ko-KR" sz="1320"/>
          </a:p>
        </p:txBody>
      </p:sp>
      <p:sp>
        <p:nvSpPr>
          <p:cNvPr id="24" name="table cell"/>
          <p:cNvSpPr txBox="1"/>
          <p:nvPr/>
        </p:nvSpPr>
        <p:spPr>
          <a:xfrm>
            <a:off x="2057400" y="5184648"/>
            <a:ext cx="356616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FFmpeg / 한글 폰트</a:t>
            </a:r>
            <a:endParaRPr lang="ko-KR" sz="1320"/>
          </a:p>
        </p:txBody>
      </p:sp>
      <p:sp>
        <p:nvSpPr>
          <p:cNvPr id="25" name="table cell"/>
          <p:cNvSpPr txBox="1"/>
          <p:nvPr/>
        </p:nvSpPr>
        <p:spPr>
          <a:xfrm>
            <a:off x="5623560" y="5184648"/>
            <a:ext cx="54864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MP4 생성과 한글 표시</a:t>
            </a:r>
            <a:endParaRPr lang="ko-KR" sz="132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3. 대시보드 구성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50976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앱을 조작하는 중심 화면</a:t>
            </a:r>
            <a:endParaRPr lang="ko-KR" sz="1450"/>
          </a:p>
        </p:txBody>
      </p:sp>
      <p:sp>
        <p:nvSpPr>
          <p:cNvPr id="4" name="divider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table header"/>
          <p:cNvSpPr txBox="1"/>
          <p:nvPr/>
        </p:nvSpPr>
        <p:spPr>
          <a:xfrm>
            <a:off x="685800" y="1828800"/>
            <a:ext cx="2834640" cy="65836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대시보드 영역</a:t>
            </a:r>
            <a:endParaRPr lang="ko-KR" sz="1450"/>
          </a:p>
        </p:txBody>
      </p:sp>
      <p:sp>
        <p:nvSpPr>
          <p:cNvPr id="6" name="table header"/>
          <p:cNvSpPr txBox="1"/>
          <p:nvPr/>
        </p:nvSpPr>
        <p:spPr>
          <a:xfrm>
            <a:off x="3520440" y="1828800"/>
            <a:ext cx="7498079" cy="65836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기능</a:t>
            </a:r>
            <a:endParaRPr lang="ko-KR" sz="1450"/>
          </a:p>
        </p:txBody>
      </p:sp>
      <p:sp>
        <p:nvSpPr>
          <p:cNvPr id="7" name="table cell"/>
          <p:cNvSpPr txBox="1"/>
          <p:nvPr/>
        </p:nvSpPr>
        <p:spPr>
          <a:xfrm>
            <a:off x="685800" y="2487168"/>
            <a:ext cx="28346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왼쪽 사이드바</a:t>
            </a:r>
            <a:endParaRPr lang="ko-KR" sz="1320"/>
          </a:p>
        </p:txBody>
      </p:sp>
      <p:sp>
        <p:nvSpPr>
          <p:cNvPr id="8" name="table cell"/>
          <p:cNvSpPr txBox="1"/>
          <p:nvPr/>
        </p:nvSpPr>
        <p:spPr>
          <a:xfrm>
            <a:off x="3520440" y="2487168"/>
            <a:ext cx="7498079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대시보드, 설정, 실행 기록, 저장 콘텐츠 이동</a:t>
            </a:r>
            <a:endParaRPr lang="ko-KR" sz="1320"/>
          </a:p>
        </p:txBody>
      </p:sp>
      <p:sp>
        <p:nvSpPr>
          <p:cNvPr id="9" name="table cell"/>
          <p:cNvSpPr txBox="1"/>
          <p:nvPr/>
        </p:nvSpPr>
        <p:spPr>
          <a:xfrm>
            <a:off x="685800" y="3145535"/>
            <a:ext cx="2834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상단 상태 영역</a:t>
            </a:r>
            <a:endParaRPr lang="ko-KR" sz="1320"/>
          </a:p>
        </p:txBody>
      </p:sp>
      <p:sp>
        <p:nvSpPr>
          <p:cNvPr id="10" name="table cell"/>
          <p:cNvSpPr txBox="1"/>
          <p:nvPr/>
        </p:nvSpPr>
        <p:spPr>
          <a:xfrm>
            <a:off x="3520440" y="3145535"/>
            <a:ext cx="7498079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앱 제목, 현재 시간, LIVE 상태 표시</a:t>
            </a:r>
            <a:endParaRPr lang="ko-KR" sz="1320"/>
          </a:p>
        </p:txBody>
      </p:sp>
      <p:sp>
        <p:nvSpPr>
          <p:cNvPr id="11" name="table cell"/>
          <p:cNvSpPr txBox="1"/>
          <p:nvPr/>
        </p:nvSpPr>
        <p:spPr>
          <a:xfrm>
            <a:off x="685800" y="3803903"/>
            <a:ext cx="28346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Automation Overview</a:t>
            </a:r>
            <a:endParaRPr lang="ko-KR" sz="1320"/>
          </a:p>
        </p:txBody>
      </p:sp>
      <p:sp>
        <p:nvSpPr>
          <p:cNvPr id="12" name="table cell"/>
          <p:cNvSpPr txBox="1"/>
          <p:nvPr/>
        </p:nvSpPr>
        <p:spPr>
          <a:xfrm>
            <a:off x="3520440" y="3803903"/>
            <a:ext cx="7498079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키워드, 발송 시간, 수신 이메일, 콘텐츠 상태 표시</a:t>
            </a:r>
            <a:endParaRPr lang="ko-KR" sz="1320"/>
          </a:p>
        </p:txBody>
      </p:sp>
      <p:sp>
        <p:nvSpPr>
          <p:cNvPr id="13" name="table cell"/>
          <p:cNvSpPr txBox="1"/>
          <p:nvPr/>
        </p:nvSpPr>
        <p:spPr>
          <a:xfrm>
            <a:off x="685800" y="4462271"/>
            <a:ext cx="2834640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Quick Actions</a:t>
            </a:r>
            <a:endParaRPr lang="ko-KR" sz="1320"/>
          </a:p>
        </p:txBody>
      </p:sp>
      <p:sp>
        <p:nvSpPr>
          <p:cNvPr id="14" name="table cell"/>
          <p:cNvSpPr txBox="1"/>
          <p:nvPr/>
        </p:nvSpPr>
        <p:spPr>
          <a:xfrm>
            <a:off x="3520440" y="4462271"/>
            <a:ext cx="7498079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지금 테스트 실행, 스케줄러 등록/갱신</a:t>
            </a:r>
            <a:endParaRPr lang="ko-KR" sz="1320"/>
          </a:p>
        </p:txBody>
      </p:sp>
      <p:sp>
        <p:nvSpPr>
          <p:cNvPr id="15" name="table cell"/>
          <p:cNvSpPr txBox="1"/>
          <p:nvPr/>
        </p:nvSpPr>
        <p:spPr>
          <a:xfrm>
            <a:off x="685800" y="5120639"/>
            <a:ext cx="283464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Saved Content</a:t>
            </a:r>
            <a:endParaRPr lang="ko-KR" sz="1320"/>
          </a:p>
        </p:txBody>
      </p:sp>
      <p:sp>
        <p:nvSpPr>
          <p:cNvPr id="16" name="table cell"/>
          <p:cNvSpPr txBox="1"/>
          <p:nvPr/>
        </p:nvSpPr>
        <p:spPr>
          <a:xfrm>
            <a:off x="3520440" y="5120639"/>
            <a:ext cx="7498079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블로그 글, 티스토리 글, 쓰레드, 대본, PPTX, 영상 제작 확인</a:t>
            </a:r>
            <a:endParaRPr lang="ko-KR" sz="132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4. 콘텐츠 제작 기능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50976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뉴스 하나를 여러 플랫폼용 콘텐츠로 변환</a:t>
            </a:r>
            <a:endParaRPr lang="ko-KR" sz="1450"/>
          </a:p>
        </p:txBody>
      </p:sp>
      <p:sp>
        <p:nvSpPr>
          <p:cNvPr id="4" name="divider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table header"/>
          <p:cNvSpPr txBox="1"/>
          <p:nvPr/>
        </p:nvSpPr>
        <p:spPr>
          <a:xfrm>
            <a:off x="685800" y="1783080"/>
            <a:ext cx="210312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생성 결과물</a:t>
            </a:r>
            <a:endParaRPr lang="ko-KR" sz="1450"/>
          </a:p>
        </p:txBody>
      </p:sp>
      <p:sp>
        <p:nvSpPr>
          <p:cNvPr id="6" name="table header"/>
          <p:cNvSpPr txBox="1"/>
          <p:nvPr/>
        </p:nvSpPr>
        <p:spPr>
          <a:xfrm>
            <a:off x="2788920" y="1783080"/>
            <a:ext cx="8229600" cy="566928"/>
          </a:xfrm>
          <a:prstGeom prst="roundRect">
            <a:avLst/>
          </a:prstGeom>
          <a:solidFill>
            <a:srgbClr val="172554"/>
          </a:solidFill>
          <a:ln w="12700">
            <a:solidFill>
              <a:srgbClr val="3B82F6"/>
            </a:solidFill>
          </a:ln>
        </p:spPr>
        <p:txBody>
          <a:bodyPr wrap="square" lIns="91440" tIns="68580" rIns="91440" bIns="68580"/>
          <a:lstStyle/>
          <a:p>
            <a:r>
              <a:rPr lang="ko-KR" sz="1450" b="1">
                <a:solidFill>
                  <a:srgbClr val="FFFFFF"/>
                </a:solidFill>
                <a:latin typeface="Malgun Gothic"/>
                <a:ea typeface="Malgun Gothic"/>
              </a:rPr>
              <a:t>설명</a:t>
            </a:r>
            <a:endParaRPr lang="ko-KR" sz="1450"/>
          </a:p>
        </p:txBody>
      </p:sp>
      <p:sp>
        <p:nvSpPr>
          <p:cNvPr id="7" name="table cell"/>
          <p:cNvSpPr txBox="1"/>
          <p:nvPr/>
        </p:nvSpPr>
        <p:spPr>
          <a:xfrm>
            <a:off x="685800" y="2350008"/>
            <a:ext cx="21031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블로그 글</a:t>
            </a:r>
            <a:endParaRPr lang="ko-KR" sz="1320"/>
          </a:p>
        </p:txBody>
      </p:sp>
      <p:sp>
        <p:nvSpPr>
          <p:cNvPr id="8" name="table cell"/>
          <p:cNvSpPr txBox="1"/>
          <p:nvPr/>
        </p:nvSpPr>
        <p:spPr>
          <a:xfrm>
            <a:off x="2788920" y="2350008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뉴스를 바탕으로 긴 해설형 글 생성</a:t>
            </a:r>
            <a:endParaRPr lang="ko-KR" sz="1320"/>
          </a:p>
        </p:txBody>
      </p:sp>
      <p:sp>
        <p:nvSpPr>
          <p:cNvPr id="9" name="table cell"/>
          <p:cNvSpPr txBox="1"/>
          <p:nvPr/>
        </p:nvSpPr>
        <p:spPr>
          <a:xfrm>
            <a:off x="685800" y="2916936"/>
            <a:ext cx="21031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티스토리 글</a:t>
            </a:r>
            <a:endParaRPr lang="ko-KR" sz="1320"/>
          </a:p>
        </p:txBody>
      </p:sp>
      <p:sp>
        <p:nvSpPr>
          <p:cNvPr id="10" name="table cell"/>
          <p:cNvSpPr txBox="1"/>
          <p:nvPr/>
        </p:nvSpPr>
        <p:spPr>
          <a:xfrm>
            <a:off x="2788920" y="2916936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문단을 나누고 블로그 스타일로 재구성</a:t>
            </a:r>
            <a:endParaRPr lang="ko-KR" sz="1320"/>
          </a:p>
        </p:txBody>
      </p:sp>
      <p:sp>
        <p:nvSpPr>
          <p:cNvPr id="11" name="table cell"/>
          <p:cNvSpPr txBox="1"/>
          <p:nvPr/>
        </p:nvSpPr>
        <p:spPr>
          <a:xfrm>
            <a:off x="685800" y="3483864"/>
            <a:ext cx="21031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쓰레드 글</a:t>
            </a:r>
            <a:endParaRPr lang="ko-KR" sz="1320"/>
          </a:p>
        </p:txBody>
      </p:sp>
      <p:sp>
        <p:nvSpPr>
          <p:cNvPr id="12" name="table cell"/>
          <p:cNvSpPr txBox="1"/>
          <p:nvPr/>
        </p:nvSpPr>
        <p:spPr>
          <a:xfrm>
            <a:off x="2788920" y="3483864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짧은 SNS용 요약 글 생성</a:t>
            </a:r>
            <a:endParaRPr lang="ko-KR" sz="1320"/>
          </a:p>
        </p:txBody>
      </p:sp>
      <p:sp>
        <p:nvSpPr>
          <p:cNvPr id="13" name="table cell"/>
          <p:cNvSpPr txBox="1"/>
          <p:nvPr/>
        </p:nvSpPr>
        <p:spPr>
          <a:xfrm>
            <a:off x="685800" y="4050791"/>
            <a:ext cx="21031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유튜브 대본</a:t>
            </a:r>
            <a:endParaRPr lang="ko-KR" sz="1320"/>
          </a:p>
        </p:txBody>
      </p:sp>
      <p:sp>
        <p:nvSpPr>
          <p:cNvPr id="14" name="table cell"/>
          <p:cNvSpPr txBox="1"/>
          <p:nvPr/>
        </p:nvSpPr>
        <p:spPr>
          <a:xfrm>
            <a:off x="2788920" y="4050791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슬라이드 1~6 순서로 화면 문구와 내레이션 생성</a:t>
            </a:r>
            <a:endParaRPr lang="ko-KR" sz="1320"/>
          </a:p>
        </p:txBody>
      </p:sp>
      <p:sp>
        <p:nvSpPr>
          <p:cNvPr id="15" name="table cell"/>
          <p:cNvSpPr txBox="1"/>
          <p:nvPr/>
        </p:nvSpPr>
        <p:spPr>
          <a:xfrm>
            <a:off x="685800" y="4617720"/>
            <a:ext cx="210312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Vrew 대본</a:t>
            </a:r>
            <a:endParaRPr lang="ko-KR" sz="1320"/>
          </a:p>
        </p:txBody>
      </p:sp>
      <p:sp>
        <p:nvSpPr>
          <p:cNvPr id="16" name="table cell"/>
          <p:cNvSpPr txBox="1"/>
          <p:nvPr/>
        </p:nvSpPr>
        <p:spPr>
          <a:xfrm>
            <a:off x="2788920" y="4617720"/>
            <a:ext cx="82296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영상 자막/음성 제작용 대본 생성</a:t>
            </a:r>
            <a:endParaRPr lang="ko-KR" sz="1320"/>
          </a:p>
        </p:txBody>
      </p:sp>
      <p:sp>
        <p:nvSpPr>
          <p:cNvPr id="17" name="table cell"/>
          <p:cNvSpPr txBox="1"/>
          <p:nvPr/>
        </p:nvSpPr>
        <p:spPr>
          <a:xfrm>
            <a:off x="685800" y="5184648"/>
            <a:ext cx="210312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PPTX</a:t>
            </a:r>
            <a:endParaRPr lang="ko-KR" sz="1320"/>
          </a:p>
        </p:txBody>
      </p:sp>
      <p:sp>
        <p:nvSpPr>
          <p:cNvPr id="18" name="table cell"/>
          <p:cNvSpPr txBox="1"/>
          <p:nvPr/>
        </p:nvSpPr>
        <p:spPr>
          <a:xfrm>
            <a:off x="2788920" y="5184648"/>
            <a:ext cx="8229600" cy="566928"/>
          </a:xfrm>
          <a:prstGeom prst="rect">
            <a:avLst/>
          </a:prstGeom>
          <a:solidFill>
            <a:srgbClr val="0F172A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320">
                <a:solidFill>
                  <a:srgbClr val="E5E7EB"/>
                </a:solidFill>
                <a:latin typeface="Malgun Gothic"/>
                <a:ea typeface="Malgun Gothic"/>
              </a:rPr>
              <a:t>유튜브 슬라이드 개수에 맞춘 편집 가능한 PPT 생성</a:t>
            </a:r>
            <a:endParaRPr lang="ko-KR" sz="13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92608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3000" b="1">
                <a:solidFill>
                  <a:srgbClr val="FFFFFF"/>
                </a:solidFill>
                <a:latin typeface="Malgun Gothic"/>
                <a:ea typeface="Malgun Gothic"/>
              </a:rPr>
              <a:t>5. 배포와 보안</a:t>
            </a:r>
            <a:endParaRPr lang="ko-KR" sz="3000"/>
          </a:p>
        </p:txBody>
      </p:sp>
      <p:sp>
        <p:nvSpPr>
          <p:cNvPr id="3" name="subtitle"/>
          <p:cNvSpPr txBox="1"/>
          <p:nvPr/>
        </p:nvSpPr>
        <p:spPr>
          <a:xfrm>
            <a:off x="566928" y="950976"/>
            <a:ext cx="10607040" cy="384048"/>
          </a:xfrm>
          <a:prstGeom prst="rect">
            <a:avLst/>
          </a:prstGeom>
          <a:noFill/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450">
                <a:solidFill>
                  <a:srgbClr val="93C5FD"/>
                </a:solidFill>
                <a:latin typeface="Malgun Gothic"/>
                <a:ea typeface="Malgun Gothic"/>
              </a:rPr>
              <a:t>공개 웹앱으로 쓰기 위한 안전장치</a:t>
            </a:r>
            <a:endParaRPr lang="ko-KR" sz="1450"/>
          </a:p>
        </p:txBody>
      </p:sp>
      <p:sp>
        <p:nvSpPr>
          <p:cNvPr id="4" name="divider"/>
          <p:cNvSpPr txBox="1"/>
          <p:nvPr/>
        </p:nvSpPr>
        <p:spPr>
          <a:xfrm>
            <a:off x="548640" y="1417320"/>
            <a:ext cx="11064240" cy="32004"/>
          </a:xfrm>
          <a:prstGeom prst="rect">
            <a:avLst/>
          </a:prstGeom>
          <a:solidFill>
            <a:srgbClr val="263248"/>
          </a:solidFill>
          <a:ln>
            <a:noFill/>
          </a:ln>
        </p:spPr>
        <p:txBody>
          <a:bodyPr wrap="square" lIns="91440" tIns="68580" rIns="91440" bIns="68580"/>
          <a:lstStyle/>
          <a:p>
            <a:r>
              <a:rPr lang="ko-KR" sz="1000">
                <a:solidFill>
                  <a:srgbClr val="FFFFFF"/>
                </a:solidFill>
                <a:latin typeface="Malgun Gothic"/>
                <a:ea typeface="Malgun Gothic"/>
              </a:rPr>
              <a:t/>
            </a:r>
            <a:endParaRPr lang="ko-KR" sz="1000"/>
          </a:p>
        </p:txBody>
      </p:sp>
      <p:sp>
        <p:nvSpPr>
          <p:cNvPr id="5" name="bullet"/>
          <p:cNvSpPr txBox="1"/>
          <p:nvPr/>
        </p:nvSpPr>
        <p:spPr>
          <a:xfrm>
            <a:off x="731520" y="1828800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GitHub Desktop으로 수정한 파일을 Commit / Push</a:t>
            </a:r>
            <a:endParaRPr lang="ko-KR" sz="1750"/>
          </a:p>
        </p:txBody>
      </p:sp>
      <p:sp>
        <p:nvSpPr>
          <p:cNvPr id="6" name="bullet"/>
          <p:cNvSpPr txBox="1"/>
          <p:nvPr/>
        </p:nvSpPr>
        <p:spPr>
          <a:xfrm>
            <a:off x="731520" y="2542032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Streamlit Cloud에서 웹앱으로 배포</a:t>
            </a:r>
            <a:endParaRPr lang="ko-KR" sz="1750"/>
          </a:p>
        </p:txBody>
      </p:sp>
      <p:sp>
        <p:nvSpPr>
          <p:cNvPr id="7" name="bullet"/>
          <p:cNvSpPr txBox="1"/>
          <p:nvPr/>
        </p:nvSpPr>
        <p:spPr>
          <a:xfrm>
            <a:off x="731520" y="3255264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Streamlit Secrets로 Gmail, Gemini, 관리자 비밀번호 관리</a:t>
            </a:r>
            <a:endParaRPr lang="ko-KR" sz="1750"/>
          </a:p>
        </p:txBody>
      </p:sp>
      <p:sp>
        <p:nvSpPr>
          <p:cNvPr id="8" name="bullet"/>
          <p:cNvSpPr txBox="1"/>
          <p:nvPr/>
        </p:nvSpPr>
        <p:spPr>
          <a:xfrm>
            <a:off x="731520" y="3968496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DASHBOARD_PASSWORD로 관리자 로그인 추가</a:t>
            </a:r>
            <a:endParaRPr lang="ko-KR" sz="1750"/>
          </a:p>
        </p:txBody>
      </p:sp>
      <p:sp>
        <p:nvSpPr>
          <p:cNvPr id="9" name="bullet"/>
          <p:cNvSpPr txBox="1"/>
          <p:nvPr/>
        </p:nvSpPr>
        <p:spPr>
          <a:xfrm>
            <a:off x="731520" y="4681728"/>
            <a:ext cx="1069848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63248"/>
            </a:solidFill>
          </a:ln>
        </p:spPr>
        <p:txBody>
          <a:bodyPr wrap="square" lIns="91440" tIns="68580" rIns="91440" bIns="68580"/>
          <a:lstStyle/>
          <a:p>
            <a:r>
              <a:rPr lang="ko-KR" sz="1750">
                <a:solidFill>
                  <a:srgbClr val="E5E7EB"/>
                </a:solidFill>
                <a:latin typeface="Malgun Gothic"/>
                <a:ea typeface="Malgun Gothic"/>
              </a:rPr>
              <a:t>• 비밀번호를 모르면 대시보드와 실행 버튼을 사용할 수 없음</a:t>
            </a:r>
            <a:endParaRPr lang="ko-KR" sz="175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Widescreen</PresentationFormat>
  <Slides>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아침 뉴스 자동화 앱 제작 과정</dc:title>
  <dc:creator>Codex</dc:creator>
  <cp:lastModifiedBy>Codex</cp:lastModifiedBy>
  <dcterms:created xsi:type="dcterms:W3CDTF">2026-06-26T07:41:19.656244Z</dcterms:created>
  <dcterms:modified xsi:type="dcterms:W3CDTF">2026-06-26T07:41:19.656244Z</dcterms:modified>
</cp:coreProperties>
</file>