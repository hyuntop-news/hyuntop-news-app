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  <p:defaultTextStyle>
    <a:defPPr>
      <a:defRPr lang="ko-KR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?? ?? ??? ? ?? ??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3268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?? ???? ???, ??? ??, ?? ??, ?? ????</a:t>
            </a:r>
            <a:endParaRPr lang="ko-KR" sz="1450"/>
          </a:p>
        </p:txBody>
      </p:sp>
      <p:sp>
        <p:nvSpPr>
          <p:cNvPr id="4" name="line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hero"/>
          <p:cNvSpPr txBox="1"/>
          <p:nvPr/>
        </p:nvSpPr>
        <p:spPr>
          <a:xfrm>
            <a:off x="685800" y="1874519"/>
            <a:ext cx="107899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D3EE"/>
            </a:solidFill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8FAFC"/>
                </a:solidFill>
                <a:latin typeface="Malgun Gothic"/>
                <a:ea typeface="Malgun Gothic"/>
              </a:rPr>
              <a:t>PowerShell ????? ???</a:t>
            </a:r>
            <a:endParaRPr lang="ko-KR" sz="3000"/>
          </a:p>
          <a:p>
            <a:r>
              <a:rPr lang="ko-KR" sz="3000" b="1">
                <a:solidFill>
                  <a:srgbClr val="F8FAFC"/>
                </a:solidFill>
                <a:latin typeface="Malgun Gothic"/>
                <a:ea typeface="Malgun Gothic"/>
              </a:rPr>
              <a:t>Streamlit ????? ???? ??? ????</a:t>
            </a:r>
            <a:endParaRPr lang="ko-KR" sz="3000"/>
          </a:p>
        </p:txBody>
      </p:sp>
      <p:sp>
        <p:nvSpPr>
          <p:cNvPr id="6" name="date"/>
          <p:cNvSpPr txBox="1"/>
          <p:nvPr/>
        </p:nvSpPr>
        <p:spPr>
          <a:xfrm>
            <a:off x="731520" y="470916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800">
                <a:solidFill>
                  <a:srgbClr val="CBD5E1"/>
                </a:solidFill>
                <a:latin typeface="Malgun Gothic"/>
                <a:ea typeface="Malgun Gothic"/>
              </a:rPr>
              <a:t>HYUNTOP NEWS ? ?? ??? PPT</a:t>
            </a:r>
            <a:endParaRPr lang="ko-KR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1. ?? ??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3268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??? ??? ?? ??? ?? ??? ???? ??</a:t>
            </a:r>
            <a:endParaRPr lang="ko-KR" sz="1450"/>
          </a:p>
        </p:txBody>
      </p:sp>
      <p:sp>
        <p:nvSpPr>
          <p:cNvPr id="4" name="line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bullet"/>
          <p:cNvSpPr txBox="1"/>
          <p:nvPr/>
        </p:nvSpPr>
        <p:spPr>
          <a:xfrm>
            <a:off x="731520" y="1828800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?? ?? ?? ??? ???? ??</a:t>
            </a:r>
            <a:endParaRPr lang="ko-KR" sz="1750"/>
          </a:p>
        </p:txBody>
      </p:sp>
      <p:sp>
        <p:nvSpPr>
          <p:cNvPr id="6" name="bullet"/>
          <p:cNvSpPr txBox="1"/>
          <p:nvPr/>
        </p:nvSpPr>
        <p:spPr>
          <a:xfrm>
            <a:off x="731520" y="2523744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??? ???? ?? ?? ??</a:t>
            </a:r>
            <a:endParaRPr lang="ko-KR" sz="1750"/>
          </a:p>
        </p:txBody>
      </p:sp>
      <p:sp>
        <p:nvSpPr>
          <p:cNvPr id="7" name="bullet"/>
          <p:cNvSpPr txBox="1"/>
          <p:nvPr/>
        </p:nvSpPr>
        <p:spPr>
          <a:xfrm>
            <a:off x="731520" y="3218687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?? ? ??? ?? ???/????/???/??? ?? ??</a:t>
            </a:r>
            <a:endParaRPr lang="ko-KR" sz="1750"/>
          </a:p>
        </p:txBody>
      </p:sp>
      <p:sp>
        <p:nvSpPr>
          <p:cNvPr id="8" name="bullet"/>
          <p:cNvSpPr txBox="1"/>
          <p:nvPr/>
        </p:nvSpPr>
        <p:spPr>
          <a:xfrm>
            <a:off x="731520" y="3913631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PPTX? ?? ?? ???, MP4 ???? ???</a:t>
            </a:r>
            <a:endParaRPr lang="ko-KR" sz="1750"/>
          </a:p>
        </p:txBody>
      </p:sp>
      <p:sp>
        <p:nvSpPr>
          <p:cNvPr id="9" name="bullet"/>
          <p:cNvSpPr txBox="1"/>
          <p:nvPr/>
        </p:nvSpPr>
        <p:spPr>
          <a:xfrm>
            <a:off x="731520" y="4608575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? ?????? ??? ???? ??</a:t>
            </a:r>
            <a:endParaRPr lang="ko-KR" sz="1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2. ???? ????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3268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? ??? ??? ??? ?? ??</a:t>
            </a:r>
            <a:endParaRPr lang="ko-KR" sz="1450"/>
          </a:p>
        </p:txBody>
      </p:sp>
      <p:sp>
        <p:nvSpPr>
          <p:cNvPr id="4" name="line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header"/>
          <p:cNvSpPr txBox="1"/>
          <p:nvPr/>
        </p:nvSpPr>
        <p:spPr>
          <a:xfrm>
            <a:off x="594360" y="1783080"/>
            <a:ext cx="146304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</a:t>
            </a:r>
            <a:endParaRPr lang="ko-KR" sz="1450"/>
          </a:p>
        </p:txBody>
      </p:sp>
      <p:sp>
        <p:nvSpPr>
          <p:cNvPr id="6" name="header"/>
          <p:cNvSpPr txBox="1"/>
          <p:nvPr/>
        </p:nvSpPr>
        <p:spPr>
          <a:xfrm>
            <a:off x="2057400" y="1783080"/>
            <a:ext cx="356616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??? ????/???</a:t>
            </a:r>
            <a:endParaRPr lang="ko-KR" sz="1450"/>
          </a:p>
        </p:txBody>
      </p:sp>
      <p:sp>
        <p:nvSpPr>
          <p:cNvPr id="7" name="header"/>
          <p:cNvSpPr txBox="1"/>
          <p:nvPr/>
        </p:nvSpPr>
        <p:spPr>
          <a:xfrm>
            <a:off x="5623560" y="1783080"/>
            <a:ext cx="548640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</a:t>
            </a:r>
            <a:endParaRPr lang="ko-KR" sz="1450"/>
          </a:p>
        </p:txBody>
      </p:sp>
      <p:sp>
        <p:nvSpPr>
          <p:cNvPr id="8" name="cell"/>
          <p:cNvSpPr txBox="1"/>
          <p:nvPr/>
        </p:nvSpPr>
        <p:spPr>
          <a:xfrm>
            <a:off x="594360" y="2350008"/>
            <a:ext cx="14630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</a:t>
            </a:r>
            <a:endParaRPr lang="ko-KR" sz="1320"/>
          </a:p>
        </p:txBody>
      </p:sp>
      <p:sp>
        <p:nvSpPr>
          <p:cNvPr id="9" name="cell"/>
          <p:cNvSpPr txBox="1"/>
          <p:nvPr/>
        </p:nvSpPr>
        <p:spPr>
          <a:xfrm>
            <a:off x="2057400" y="2350008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Python / VS Code</a:t>
            </a:r>
            <a:endParaRPr lang="ko-KR" sz="1320"/>
          </a:p>
        </p:txBody>
      </p:sp>
      <p:sp>
        <p:nvSpPr>
          <p:cNvPr id="10" name="cell"/>
          <p:cNvSpPr txBox="1"/>
          <p:nvPr/>
        </p:nvSpPr>
        <p:spPr>
          <a:xfrm>
            <a:off x="5623560" y="2350008"/>
            <a:ext cx="54864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 ?? ??? ??</a:t>
            </a:r>
            <a:endParaRPr lang="ko-KR" sz="1320"/>
          </a:p>
        </p:txBody>
      </p:sp>
      <p:sp>
        <p:nvSpPr>
          <p:cNvPr id="11" name="cell"/>
          <p:cNvSpPr txBox="1"/>
          <p:nvPr/>
        </p:nvSpPr>
        <p:spPr>
          <a:xfrm>
            <a:off x="594360" y="2916936"/>
            <a:ext cx="14630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</a:t>
            </a:r>
            <a:endParaRPr lang="ko-KR" sz="1320"/>
          </a:p>
        </p:txBody>
      </p:sp>
      <p:sp>
        <p:nvSpPr>
          <p:cNvPr id="12" name="cell"/>
          <p:cNvSpPr txBox="1"/>
          <p:nvPr/>
        </p:nvSpPr>
        <p:spPr>
          <a:xfrm>
            <a:off x="2057400" y="2916936"/>
            <a:ext cx="35661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Streamlit</a:t>
            </a:r>
            <a:endParaRPr lang="ko-KR" sz="1320"/>
          </a:p>
        </p:txBody>
      </p:sp>
      <p:sp>
        <p:nvSpPr>
          <p:cNvPr id="13" name="cell"/>
          <p:cNvSpPr txBox="1"/>
          <p:nvPr/>
        </p:nvSpPr>
        <p:spPr>
          <a:xfrm>
            <a:off x="5623560" y="2916936"/>
            <a:ext cx="54864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 ???? ??</a:t>
            </a:r>
            <a:endParaRPr lang="ko-KR" sz="1320"/>
          </a:p>
        </p:txBody>
      </p:sp>
      <p:sp>
        <p:nvSpPr>
          <p:cNvPr id="14" name="cell"/>
          <p:cNvSpPr txBox="1"/>
          <p:nvPr/>
        </p:nvSpPr>
        <p:spPr>
          <a:xfrm>
            <a:off x="594360" y="3483864"/>
            <a:ext cx="14630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</a:t>
            </a:r>
            <a:endParaRPr lang="ko-KR" sz="1320"/>
          </a:p>
        </p:txBody>
      </p:sp>
      <p:sp>
        <p:nvSpPr>
          <p:cNvPr id="15" name="cell"/>
          <p:cNvSpPr txBox="1"/>
          <p:nvPr/>
        </p:nvSpPr>
        <p:spPr>
          <a:xfrm>
            <a:off x="2057400" y="3483864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Gmail ? ????</a:t>
            </a:r>
            <a:endParaRPr lang="ko-KR" sz="1320"/>
          </a:p>
        </p:txBody>
      </p:sp>
      <p:sp>
        <p:nvSpPr>
          <p:cNvPr id="16" name="cell"/>
          <p:cNvSpPr txBox="1"/>
          <p:nvPr/>
        </p:nvSpPr>
        <p:spPr>
          <a:xfrm>
            <a:off x="5623560" y="3483864"/>
            <a:ext cx="54864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 ??</a:t>
            </a:r>
            <a:endParaRPr lang="ko-KR" sz="1320"/>
          </a:p>
        </p:txBody>
      </p:sp>
      <p:sp>
        <p:nvSpPr>
          <p:cNvPr id="17" name="cell"/>
          <p:cNvSpPr txBox="1"/>
          <p:nvPr/>
        </p:nvSpPr>
        <p:spPr>
          <a:xfrm>
            <a:off x="594360" y="4050791"/>
            <a:ext cx="14630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AI</a:t>
            </a:r>
            <a:endParaRPr lang="ko-KR" sz="1320"/>
          </a:p>
        </p:txBody>
      </p:sp>
      <p:sp>
        <p:nvSpPr>
          <p:cNvPr id="18" name="cell"/>
          <p:cNvSpPr txBox="1"/>
          <p:nvPr/>
        </p:nvSpPr>
        <p:spPr>
          <a:xfrm>
            <a:off x="2057400" y="4050791"/>
            <a:ext cx="35661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Google AI Studio / Gemini API</a:t>
            </a:r>
            <a:endParaRPr lang="ko-KR" sz="1320"/>
          </a:p>
        </p:txBody>
      </p:sp>
      <p:sp>
        <p:nvSpPr>
          <p:cNvPr id="19" name="cell"/>
          <p:cNvSpPr txBox="1"/>
          <p:nvPr/>
        </p:nvSpPr>
        <p:spPr>
          <a:xfrm>
            <a:off x="5623560" y="4050791"/>
            <a:ext cx="54864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 ?? ?? ??</a:t>
            </a:r>
            <a:endParaRPr lang="ko-KR" sz="1320"/>
          </a:p>
        </p:txBody>
      </p:sp>
      <p:sp>
        <p:nvSpPr>
          <p:cNvPr id="20" name="cell"/>
          <p:cNvSpPr txBox="1"/>
          <p:nvPr/>
        </p:nvSpPr>
        <p:spPr>
          <a:xfrm>
            <a:off x="594360" y="4617720"/>
            <a:ext cx="14630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</a:t>
            </a:r>
            <a:endParaRPr lang="ko-KR" sz="1320"/>
          </a:p>
        </p:txBody>
      </p:sp>
      <p:sp>
        <p:nvSpPr>
          <p:cNvPr id="21" name="cell"/>
          <p:cNvSpPr txBox="1"/>
          <p:nvPr/>
        </p:nvSpPr>
        <p:spPr>
          <a:xfrm>
            <a:off x="2057400" y="4617720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GitHub / Streamlit Cloud</a:t>
            </a:r>
            <a:endParaRPr lang="ko-KR" sz="1320"/>
          </a:p>
        </p:txBody>
      </p:sp>
      <p:sp>
        <p:nvSpPr>
          <p:cNvPr id="22" name="cell"/>
          <p:cNvSpPr txBox="1"/>
          <p:nvPr/>
        </p:nvSpPr>
        <p:spPr>
          <a:xfrm>
            <a:off x="5623560" y="4617720"/>
            <a:ext cx="54864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??? ??</a:t>
            </a:r>
            <a:endParaRPr lang="ko-KR" sz="1320"/>
          </a:p>
        </p:txBody>
      </p:sp>
      <p:sp>
        <p:nvSpPr>
          <p:cNvPr id="23" name="cell"/>
          <p:cNvSpPr txBox="1"/>
          <p:nvPr/>
        </p:nvSpPr>
        <p:spPr>
          <a:xfrm>
            <a:off x="594360" y="5184648"/>
            <a:ext cx="14630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</a:t>
            </a:r>
            <a:endParaRPr lang="ko-KR" sz="1320"/>
          </a:p>
        </p:txBody>
      </p:sp>
      <p:sp>
        <p:nvSpPr>
          <p:cNvPr id="24" name="cell"/>
          <p:cNvSpPr txBox="1"/>
          <p:nvPr/>
        </p:nvSpPr>
        <p:spPr>
          <a:xfrm>
            <a:off x="2057400" y="5184648"/>
            <a:ext cx="35661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FFmpeg / ?? ??</a:t>
            </a:r>
            <a:endParaRPr lang="ko-KR" sz="1320"/>
          </a:p>
        </p:txBody>
      </p:sp>
      <p:sp>
        <p:nvSpPr>
          <p:cNvPr id="25" name="cell"/>
          <p:cNvSpPr txBox="1"/>
          <p:nvPr/>
        </p:nvSpPr>
        <p:spPr>
          <a:xfrm>
            <a:off x="5623560" y="5184648"/>
            <a:ext cx="54864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MP4 ??? ?? ??</a:t>
            </a:r>
            <a:endParaRPr lang="ko-KR" sz="13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3. ?? ?? ??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3268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?? ????? ??? ?? ????? ??</a:t>
            </a:r>
            <a:endParaRPr lang="ko-KR" sz="1450"/>
          </a:p>
        </p:txBody>
      </p:sp>
      <p:sp>
        <p:nvSpPr>
          <p:cNvPr id="4" name="line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flow"/>
          <p:cNvSpPr txBox="1"/>
          <p:nvPr/>
        </p:nvSpPr>
        <p:spPr>
          <a:xfrm>
            <a:off x="502920" y="2148840"/>
            <a:ext cx="1325880" cy="7498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22D3EE"/>
            </a:solidFill>
          </a:ln>
        </p:spPr>
        <p:txBody>
          <a:bodyPr wrap="square" lIns="91440" tIns="68580" rIns="91440" bIns="68580"/>
          <a:lstStyle/>
          <a:p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?? ??</a:t>
            </a:r>
            <a:endParaRPr lang="ko-KR" sz="1400"/>
          </a:p>
        </p:txBody>
      </p:sp>
      <p:sp>
        <p:nvSpPr>
          <p:cNvPr id="6" name="arrow"/>
          <p:cNvSpPr txBox="1"/>
          <p:nvPr/>
        </p:nvSpPr>
        <p:spPr>
          <a:xfrm>
            <a:off x="1856232" y="2331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800" b="1">
                <a:solidFill>
                  <a:srgbClr val="22D3EE"/>
                </a:solidFill>
                <a:latin typeface="Malgun Gothic"/>
                <a:ea typeface="Malgun Gothic"/>
              </a:rPr>
              <a:t>?</a:t>
            </a:r>
            <a:endParaRPr lang="ko-KR" sz="1800"/>
          </a:p>
        </p:txBody>
      </p:sp>
      <p:sp>
        <p:nvSpPr>
          <p:cNvPr id="7" name="flow"/>
          <p:cNvSpPr txBox="1"/>
          <p:nvPr/>
        </p:nvSpPr>
        <p:spPr>
          <a:xfrm>
            <a:off x="2148840" y="2148840"/>
            <a:ext cx="1325880" cy="7498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22D3EE"/>
            </a:solidFill>
          </a:ln>
        </p:spPr>
        <p:txBody>
          <a:bodyPr wrap="square" lIns="91440" tIns="68580" rIns="91440" bIns="68580"/>
          <a:lstStyle/>
          <a:p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??? ??</a:t>
            </a:r>
            <a:endParaRPr lang="ko-KR" sz="1400"/>
          </a:p>
        </p:txBody>
      </p:sp>
      <p:sp>
        <p:nvSpPr>
          <p:cNvPr id="8" name="arrow"/>
          <p:cNvSpPr txBox="1"/>
          <p:nvPr/>
        </p:nvSpPr>
        <p:spPr>
          <a:xfrm>
            <a:off x="3502152" y="2331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800" b="1">
                <a:solidFill>
                  <a:srgbClr val="22D3EE"/>
                </a:solidFill>
                <a:latin typeface="Malgun Gothic"/>
                <a:ea typeface="Malgun Gothic"/>
              </a:rPr>
              <a:t>?</a:t>
            </a:r>
            <a:endParaRPr lang="ko-KR" sz="1800"/>
          </a:p>
        </p:txBody>
      </p:sp>
      <p:sp>
        <p:nvSpPr>
          <p:cNvPr id="9" name="flow"/>
          <p:cNvSpPr txBox="1"/>
          <p:nvPr/>
        </p:nvSpPr>
        <p:spPr>
          <a:xfrm>
            <a:off x="3794760" y="2148840"/>
            <a:ext cx="1325880" cy="7498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22D3EE"/>
            </a:solidFill>
          </a:ln>
        </p:spPr>
        <p:txBody>
          <a:bodyPr wrap="square" lIns="91440" tIns="68580" rIns="91440" bIns="68580"/>
          <a:lstStyle/>
          <a:p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AI ???</a:t>
            </a:r>
            <a:endParaRPr lang="ko-KR" sz="1400"/>
          </a:p>
        </p:txBody>
      </p:sp>
      <p:sp>
        <p:nvSpPr>
          <p:cNvPr id="10" name="arrow"/>
          <p:cNvSpPr txBox="1"/>
          <p:nvPr/>
        </p:nvSpPr>
        <p:spPr>
          <a:xfrm>
            <a:off x="5148072" y="2331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800" b="1">
                <a:solidFill>
                  <a:srgbClr val="22D3EE"/>
                </a:solidFill>
                <a:latin typeface="Malgun Gothic"/>
                <a:ea typeface="Malgun Gothic"/>
              </a:rPr>
              <a:t>?</a:t>
            </a:r>
            <a:endParaRPr lang="ko-KR" sz="1800"/>
          </a:p>
        </p:txBody>
      </p:sp>
      <p:sp>
        <p:nvSpPr>
          <p:cNvPr id="11" name="flow"/>
          <p:cNvSpPr txBox="1"/>
          <p:nvPr/>
        </p:nvSpPr>
        <p:spPr>
          <a:xfrm>
            <a:off x="5440680" y="2148840"/>
            <a:ext cx="1325880" cy="7498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22D3EE"/>
            </a:solidFill>
          </a:ln>
        </p:spPr>
        <p:txBody>
          <a:bodyPr wrap="square" lIns="91440" tIns="68580" rIns="91440" bIns="68580"/>
          <a:lstStyle/>
          <a:p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??? ??</a:t>
            </a:r>
            <a:endParaRPr lang="ko-KR" sz="1400"/>
          </a:p>
        </p:txBody>
      </p:sp>
      <p:sp>
        <p:nvSpPr>
          <p:cNvPr id="12" name="arrow"/>
          <p:cNvSpPr txBox="1"/>
          <p:nvPr/>
        </p:nvSpPr>
        <p:spPr>
          <a:xfrm>
            <a:off x="6793992" y="2331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800" b="1">
                <a:solidFill>
                  <a:srgbClr val="22D3EE"/>
                </a:solidFill>
                <a:latin typeface="Malgun Gothic"/>
                <a:ea typeface="Malgun Gothic"/>
              </a:rPr>
              <a:t>?</a:t>
            </a:r>
            <a:endParaRPr lang="ko-KR" sz="1800"/>
          </a:p>
        </p:txBody>
      </p:sp>
      <p:sp>
        <p:nvSpPr>
          <p:cNvPr id="13" name="flow"/>
          <p:cNvSpPr txBox="1"/>
          <p:nvPr/>
        </p:nvSpPr>
        <p:spPr>
          <a:xfrm>
            <a:off x="7086600" y="2148840"/>
            <a:ext cx="1325880" cy="7498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22D3EE"/>
            </a:solidFill>
          </a:ln>
        </p:spPr>
        <p:txBody>
          <a:bodyPr wrap="square" lIns="91440" tIns="68580" rIns="91440" bIns="68580"/>
          <a:lstStyle/>
          <a:p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PPTX ??</a:t>
            </a:r>
            <a:endParaRPr lang="ko-KR" sz="1400"/>
          </a:p>
        </p:txBody>
      </p:sp>
      <p:sp>
        <p:nvSpPr>
          <p:cNvPr id="14" name="arrow"/>
          <p:cNvSpPr txBox="1"/>
          <p:nvPr/>
        </p:nvSpPr>
        <p:spPr>
          <a:xfrm>
            <a:off x="8439912" y="2331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800" b="1">
                <a:solidFill>
                  <a:srgbClr val="22D3EE"/>
                </a:solidFill>
                <a:latin typeface="Malgun Gothic"/>
                <a:ea typeface="Malgun Gothic"/>
              </a:rPr>
              <a:t>?</a:t>
            </a:r>
            <a:endParaRPr lang="ko-KR" sz="1800"/>
          </a:p>
        </p:txBody>
      </p:sp>
      <p:sp>
        <p:nvSpPr>
          <p:cNvPr id="15" name="flow"/>
          <p:cNvSpPr txBox="1"/>
          <p:nvPr/>
        </p:nvSpPr>
        <p:spPr>
          <a:xfrm>
            <a:off x="8732520" y="2148840"/>
            <a:ext cx="1325880" cy="7498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22D3EE"/>
            </a:solidFill>
          </a:ln>
        </p:spPr>
        <p:txBody>
          <a:bodyPr wrap="square" lIns="91440" tIns="68580" rIns="91440" bIns="68580"/>
          <a:lstStyle/>
          <a:p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MP4 ??</a:t>
            </a:r>
            <a:endParaRPr lang="ko-KR" sz="1400"/>
          </a:p>
        </p:txBody>
      </p:sp>
      <p:sp>
        <p:nvSpPr>
          <p:cNvPr id="16" name="arrow"/>
          <p:cNvSpPr txBox="1"/>
          <p:nvPr/>
        </p:nvSpPr>
        <p:spPr>
          <a:xfrm>
            <a:off x="10085832" y="2331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800" b="1">
                <a:solidFill>
                  <a:srgbClr val="22D3EE"/>
                </a:solidFill>
                <a:latin typeface="Malgun Gothic"/>
                <a:ea typeface="Malgun Gothic"/>
              </a:rPr>
              <a:t>?</a:t>
            </a:r>
            <a:endParaRPr lang="ko-KR" sz="1800"/>
          </a:p>
        </p:txBody>
      </p:sp>
      <p:sp>
        <p:nvSpPr>
          <p:cNvPr id="17" name="flow"/>
          <p:cNvSpPr txBox="1"/>
          <p:nvPr/>
        </p:nvSpPr>
        <p:spPr>
          <a:xfrm>
            <a:off x="10378440" y="2148840"/>
            <a:ext cx="1325880" cy="7498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22D3EE"/>
            </a:solidFill>
          </a:ln>
        </p:spPr>
        <p:txBody>
          <a:bodyPr wrap="square" lIns="91440" tIns="68580" rIns="91440" bIns="68580"/>
          <a:lstStyle/>
          <a:p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? ??</a:t>
            </a:r>
            <a:endParaRPr lang="ko-KR" sz="1400"/>
          </a:p>
        </p:txBody>
      </p:sp>
      <p:sp>
        <p:nvSpPr>
          <p:cNvPr id="30" name="note"/>
          <p:cNvSpPr txBox="1"/>
          <p:nvPr/>
        </p:nvSpPr>
        <p:spPr>
          <a:xfrm>
            <a:off x="777240" y="3703320"/>
            <a:ext cx="102412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900">
                <a:solidFill>
                  <a:srgbClr val="E5E7EB"/>
                </a:solidFill>
                <a:latin typeface="Malgun Gothic"/>
                <a:ea typeface="Malgun Gothic"/>
              </a:rPr>
              <a:t>???? ?? ?? ?? ????, ?? ??? ??? ?? ???? ???????.</a:t>
            </a:r>
            <a:endParaRPr lang="ko-KR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4. ???? ??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3268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?? ???? ?? ??</a:t>
            </a:r>
            <a:endParaRPr lang="ko-KR" sz="1450"/>
          </a:p>
        </p:txBody>
      </p:sp>
      <p:sp>
        <p:nvSpPr>
          <p:cNvPr id="4" name="line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header"/>
          <p:cNvSpPr txBox="1"/>
          <p:nvPr/>
        </p:nvSpPr>
        <p:spPr>
          <a:xfrm>
            <a:off x="685800" y="1828800"/>
            <a:ext cx="2834640" cy="65836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???? ??</a:t>
            </a:r>
            <a:endParaRPr lang="ko-KR" sz="1450"/>
          </a:p>
        </p:txBody>
      </p:sp>
      <p:sp>
        <p:nvSpPr>
          <p:cNvPr id="6" name="header"/>
          <p:cNvSpPr txBox="1"/>
          <p:nvPr/>
        </p:nvSpPr>
        <p:spPr>
          <a:xfrm>
            <a:off x="3520440" y="1828800"/>
            <a:ext cx="7498079" cy="65836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</a:t>
            </a:r>
            <a:endParaRPr lang="ko-KR" sz="1450"/>
          </a:p>
        </p:txBody>
      </p:sp>
      <p:sp>
        <p:nvSpPr>
          <p:cNvPr id="7" name="cell"/>
          <p:cNvSpPr txBox="1"/>
          <p:nvPr/>
        </p:nvSpPr>
        <p:spPr>
          <a:xfrm>
            <a:off x="685800" y="2487168"/>
            <a:ext cx="28346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????</a:t>
            </a:r>
            <a:endParaRPr lang="ko-KR" sz="1320"/>
          </a:p>
        </p:txBody>
      </p:sp>
      <p:sp>
        <p:nvSpPr>
          <p:cNvPr id="8" name="cell"/>
          <p:cNvSpPr txBox="1"/>
          <p:nvPr/>
        </p:nvSpPr>
        <p:spPr>
          <a:xfrm>
            <a:off x="3520440" y="2487168"/>
            <a:ext cx="7498079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????, ??, ?? ??, ?? ??? ??</a:t>
            </a:r>
            <a:endParaRPr lang="ko-KR" sz="1320"/>
          </a:p>
        </p:txBody>
      </p:sp>
      <p:sp>
        <p:nvSpPr>
          <p:cNvPr id="9" name="cell"/>
          <p:cNvSpPr txBox="1"/>
          <p:nvPr/>
        </p:nvSpPr>
        <p:spPr>
          <a:xfrm>
            <a:off x="685800" y="3145535"/>
            <a:ext cx="2834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 ??</a:t>
            </a:r>
            <a:endParaRPr lang="ko-KR" sz="1320"/>
          </a:p>
        </p:txBody>
      </p:sp>
      <p:sp>
        <p:nvSpPr>
          <p:cNvPr id="10" name="cell"/>
          <p:cNvSpPr txBox="1"/>
          <p:nvPr/>
        </p:nvSpPr>
        <p:spPr>
          <a:xfrm>
            <a:off x="3520440" y="3145535"/>
            <a:ext cx="7498079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 ??, ?? ??, LIVE ?? ??</a:t>
            </a:r>
            <a:endParaRPr lang="ko-KR" sz="1320"/>
          </a:p>
        </p:txBody>
      </p:sp>
      <p:sp>
        <p:nvSpPr>
          <p:cNvPr id="11" name="cell"/>
          <p:cNvSpPr txBox="1"/>
          <p:nvPr/>
        </p:nvSpPr>
        <p:spPr>
          <a:xfrm>
            <a:off x="685800" y="3803903"/>
            <a:ext cx="28346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Automation Overview</a:t>
            </a:r>
            <a:endParaRPr lang="ko-KR" sz="1320"/>
          </a:p>
        </p:txBody>
      </p:sp>
      <p:sp>
        <p:nvSpPr>
          <p:cNvPr id="12" name="cell"/>
          <p:cNvSpPr txBox="1"/>
          <p:nvPr/>
        </p:nvSpPr>
        <p:spPr>
          <a:xfrm>
            <a:off x="3520440" y="3803903"/>
            <a:ext cx="7498079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???, ?? ??, ?? ???, ??? ?? ??</a:t>
            </a:r>
            <a:endParaRPr lang="ko-KR" sz="1320"/>
          </a:p>
        </p:txBody>
      </p:sp>
      <p:sp>
        <p:nvSpPr>
          <p:cNvPr id="13" name="cell"/>
          <p:cNvSpPr txBox="1"/>
          <p:nvPr/>
        </p:nvSpPr>
        <p:spPr>
          <a:xfrm>
            <a:off x="685800" y="4462271"/>
            <a:ext cx="2834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Quick Actions</a:t>
            </a:r>
            <a:endParaRPr lang="ko-KR" sz="1320"/>
          </a:p>
        </p:txBody>
      </p:sp>
      <p:sp>
        <p:nvSpPr>
          <p:cNvPr id="14" name="cell"/>
          <p:cNvSpPr txBox="1"/>
          <p:nvPr/>
        </p:nvSpPr>
        <p:spPr>
          <a:xfrm>
            <a:off x="3520440" y="4462271"/>
            <a:ext cx="7498079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??? ??, ???? ??/??</a:t>
            </a:r>
            <a:endParaRPr lang="ko-KR" sz="1320"/>
          </a:p>
        </p:txBody>
      </p:sp>
      <p:sp>
        <p:nvSpPr>
          <p:cNvPr id="15" name="cell"/>
          <p:cNvSpPr txBox="1"/>
          <p:nvPr/>
        </p:nvSpPr>
        <p:spPr>
          <a:xfrm>
            <a:off x="685800" y="5120639"/>
            <a:ext cx="28346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Saved Content</a:t>
            </a:r>
            <a:endParaRPr lang="ko-KR" sz="1320"/>
          </a:p>
        </p:txBody>
      </p:sp>
      <p:sp>
        <p:nvSpPr>
          <p:cNvPr id="16" name="cell"/>
          <p:cNvSpPr txBox="1"/>
          <p:nvPr/>
        </p:nvSpPr>
        <p:spPr>
          <a:xfrm>
            <a:off x="3520440" y="5120639"/>
            <a:ext cx="7498079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 ?, ???? ?, ???, ??, PPTX, ?? ?? ??</a:t>
            </a:r>
            <a:endParaRPr lang="ko-KR" sz="13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5. ??? ?? ??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3268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?? ???? ?? ?? ????</a:t>
            </a:r>
            <a:endParaRPr lang="ko-KR" sz="1450"/>
          </a:p>
        </p:txBody>
      </p:sp>
      <p:sp>
        <p:nvSpPr>
          <p:cNvPr id="4" name="line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bullet"/>
          <p:cNvSpPr txBox="1"/>
          <p:nvPr/>
        </p:nvSpPr>
        <p:spPr>
          <a:xfrm>
            <a:off x="731520" y="1828800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settings.json?? ???, ?? ??, ?? ?? ??</a:t>
            </a:r>
            <a:endParaRPr lang="ko-KR" sz="1750"/>
          </a:p>
        </p:txBody>
      </p:sp>
      <p:sp>
        <p:nvSpPr>
          <p:cNvPr id="6" name="bullet"/>
          <p:cNvSpPr txBox="1"/>
          <p:nvPr/>
        </p:nvSpPr>
        <p:spPr>
          <a:xfrm>
            <a:off x="731520" y="2523744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Streamlit Secrets? Gmail, Gemini, ??? ???? ??</a:t>
            </a:r>
            <a:endParaRPr lang="ko-KR" sz="1750"/>
          </a:p>
        </p:txBody>
      </p:sp>
      <p:sp>
        <p:nvSpPr>
          <p:cNvPr id="7" name="bullet"/>
          <p:cNvSpPr txBox="1"/>
          <p:nvPr/>
        </p:nvSpPr>
        <p:spPr>
          <a:xfrm>
            <a:off x="731520" y="3218687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DASHBOARD_PASSWORD? ??? ??? ??</a:t>
            </a:r>
            <a:endParaRPr lang="ko-KR" sz="1750"/>
          </a:p>
        </p:txBody>
      </p:sp>
      <p:sp>
        <p:nvSpPr>
          <p:cNvPr id="8" name="bullet"/>
          <p:cNvSpPr txBox="1"/>
          <p:nvPr/>
        </p:nvSpPr>
        <p:spPr>
          <a:xfrm>
            <a:off x="731520" y="3913631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?? ?? ? ??? ??? ??? ???? ??</a:t>
            </a:r>
            <a:endParaRPr lang="ko-KR" sz="1750"/>
          </a:p>
        </p:txBody>
      </p:sp>
      <p:sp>
        <p:nvSpPr>
          <p:cNvPr id="9" name="bullet"/>
          <p:cNvSpPr txBox="1"/>
          <p:nvPr/>
        </p:nvSpPr>
        <p:spPr>
          <a:xfrm>
            <a:off x="731520" y="4608575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??? ????? API ?? ??? ?? ???? ??</a:t>
            </a:r>
            <a:endParaRPr lang="ko-KR" sz="17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6. ??? ?? ??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3268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?? ??? ?? ???? ???? ??</a:t>
            </a:r>
            <a:endParaRPr lang="ko-KR" sz="1450"/>
          </a:p>
        </p:txBody>
      </p:sp>
      <p:sp>
        <p:nvSpPr>
          <p:cNvPr id="4" name="line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header"/>
          <p:cNvSpPr txBox="1"/>
          <p:nvPr/>
        </p:nvSpPr>
        <p:spPr>
          <a:xfrm>
            <a:off x="685800" y="1783080"/>
            <a:ext cx="210312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 ???</a:t>
            </a:r>
            <a:endParaRPr lang="ko-KR" sz="1450"/>
          </a:p>
        </p:txBody>
      </p:sp>
      <p:sp>
        <p:nvSpPr>
          <p:cNvPr id="6" name="header"/>
          <p:cNvSpPr txBox="1"/>
          <p:nvPr/>
        </p:nvSpPr>
        <p:spPr>
          <a:xfrm>
            <a:off x="2788920" y="1783080"/>
            <a:ext cx="822960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</a:t>
            </a:r>
            <a:endParaRPr lang="ko-KR" sz="1450"/>
          </a:p>
        </p:txBody>
      </p:sp>
      <p:sp>
        <p:nvSpPr>
          <p:cNvPr id="7" name="cell"/>
          <p:cNvSpPr txBox="1"/>
          <p:nvPr/>
        </p:nvSpPr>
        <p:spPr>
          <a:xfrm>
            <a:off x="685800" y="2350008"/>
            <a:ext cx="210312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 ?</a:t>
            </a:r>
            <a:endParaRPr lang="ko-KR" sz="1320"/>
          </a:p>
        </p:txBody>
      </p:sp>
      <p:sp>
        <p:nvSpPr>
          <p:cNvPr id="8" name="cell"/>
          <p:cNvSpPr txBox="1"/>
          <p:nvPr/>
        </p:nvSpPr>
        <p:spPr>
          <a:xfrm>
            <a:off x="2788920" y="2350008"/>
            <a:ext cx="82296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 ???? ? ??? ? ??</a:t>
            </a:r>
            <a:endParaRPr lang="ko-KR" sz="1320"/>
          </a:p>
        </p:txBody>
      </p:sp>
      <p:sp>
        <p:nvSpPr>
          <p:cNvPr id="9" name="cell"/>
          <p:cNvSpPr txBox="1"/>
          <p:nvPr/>
        </p:nvSpPr>
        <p:spPr>
          <a:xfrm>
            <a:off x="685800" y="2916936"/>
            <a:ext cx="21031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???? ?</a:t>
            </a:r>
            <a:endParaRPr lang="ko-KR" sz="1320"/>
          </a:p>
        </p:txBody>
      </p:sp>
      <p:sp>
        <p:nvSpPr>
          <p:cNvPr id="10" name="cell"/>
          <p:cNvSpPr txBox="1"/>
          <p:nvPr/>
        </p:nvSpPr>
        <p:spPr>
          <a:xfrm>
            <a:off x="2788920" y="2916936"/>
            <a:ext cx="82296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 ??? ??? ???? ???</a:t>
            </a:r>
            <a:endParaRPr lang="ko-KR" sz="1320"/>
          </a:p>
        </p:txBody>
      </p:sp>
      <p:sp>
        <p:nvSpPr>
          <p:cNvPr id="11" name="cell"/>
          <p:cNvSpPr txBox="1"/>
          <p:nvPr/>
        </p:nvSpPr>
        <p:spPr>
          <a:xfrm>
            <a:off x="685800" y="3483864"/>
            <a:ext cx="210312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 ?</a:t>
            </a:r>
            <a:endParaRPr lang="ko-KR" sz="1320"/>
          </a:p>
        </p:txBody>
      </p:sp>
      <p:sp>
        <p:nvSpPr>
          <p:cNvPr id="12" name="cell"/>
          <p:cNvSpPr txBox="1"/>
          <p:nvPr/>
        </p:nvSpPr>
        <p:spPr>
          <a:xfrm>
            <a:off x="2788920" y="3483864"/>
            <a:ext cx="82296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SNS? ?? ? ??</a:t>
            </a:r>
            <a:endParaRPr lang="ko-KR" sz="1320"/>
          </a:p>
        </p:txBody>
      </p:sp>
      <p:sp>
        <p:nvSpPr>
          <p:cNvPr id="13" name="cell"/>
          <p:cNvSpPr txBox="1"/>
          <p:nvPr/>
        </p:nvSpPr>
        <p:spPr>
          <a:xfrm>
            <a:off x="685800" y="4050791"/>
            <a:ext cx="21031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 ??</a:t>
            </a:r>
            <a:endParaRPr lang="ko-KR" sz="1320"/>
          </a:p>
        </p:txBody>
      </p:sp>
      <p:sp>
        <p:nvSpPr>
          <p:cNvPr id="14" name="cell"/>
          <p:cNvSpPr txBox="1"/>
          <p:nvPr/>
        </p:nvSpPr>
        <p:spPr>
          <a:xfrm>
            <a:off x="2788920" y="4050791"/>
            <a:ext cx="82296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???? 1~6 ??? ?? ??? ???? ??</a:t>
            </a:r>
            <a:endParaRPr lang="ko-KR" sz="1320"/>
          </a:p>
        </p:txBody>
      </p:sp>
      <p:sp>
        <p:nvSpPr>
          <p:cNvPr id="15" name="cell"/>
          <p:cNvSpPr txBox="1"/>
          <p:nvPr/>
        </p:nvSpPr>
        <p:spPr>
          <a:xfrm>
            <a:off x="685800" y="4617720"/>
            <a:ext cx="210312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Vrew ??</a:t>
            </a:r>
            <a:endParaRPr lang="ko-KR" sz="1320"/>
          </a:p>
        </p:txBody>
      </p:sp>
      <p:sp>
        <p:nvSpPr>
          <p:cNvPr id="16" name="cell"/>
          <p:cNvSpPr txBox="1"/>
          <p:nvPr/>
        </p:nvSpPr>
        <p:spPr>
          <a:xfrm>
            <a:off x="2788920" y="4617720"/>
            <a:ext cx="82296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??/?? ??? ?? ??</a:t>
            </a:r>
            <a:endParaRPr lang="ko-KR" sz="1320"/>
          </a:p>
        </p:txBody>
      </p:sp>
      <p:sp>
        <p:nvSpPr>
          <p:cNvPr id="17" name="cell"/>
          <p:cNvSpPr txBox="1"/>
          <p:nvPr/>
        </p:nvSpPr>
        <p:spPr>
          <a:xfrm>
            <a:off x="685800" y="5184648"/>
            <a:ext cx="21031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PPTX</a:t>
            </a:r>
            <a:endParaRPr lang="ko-KR" sz="1320"/>
          </a:p>
        </p:txBody>
      </p:sp>
      <p:sp>
        <p:nvSpPr>
          <p:cNvPr id="18" name="cell"/>
          <p:cNvSpPr txBox="1"/>
          <p:nvPr/>
        </p:nvSpPr>
        <p:spPr>
          <a:xfrm>
            <a:off x="2788920" y="5184648"/>
            <a:ext cx="82296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 ???? ??? ?? ?? ??? PPT ??</a:t>
            </a:r>
            <a:endParaRPr lang="ko-KR" sz="13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7. ?? ?? ??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3268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PPTX? ???? MP4 ???? ???? ??</a:t>
            </a:r>
            <a:endParaRPr lang="ko-KR" sz="1450"/>
          </a:p>
        </p:txBody>
      </p:sp>
      <p:sp>
        <p:nvSpPr>
          <p:cNvPr id="4" name="line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bullet"/>
          <p:cNvSpPr txBox="1"/>
          <p:nvPr/>
        </p:nvSpPr>
        <p:spPr>
          <a:xfrm>
            <a:off x="731520" y="1828800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?? ?? ??? ???: PPTX, Vrew ??, ??? ??, ??? ??, ????? ??</a:t>
            </a:r>
            <a:endParaRPr lang="ko-KR" sz="1750"/>
          </a:p>
        </p:txBody>
      </p:sp>
      <p:sp>
        <p:nvSpPr>
          <p:cNvPr id="6" name="bullet"/>
          <p:cNvSpPr txBox="1"/>
          <p:nvPr/>
        </p:nvSpPr>
        <p:spPr>
          <a:xfrm>
            <a:off x="731520" y="2523744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MP4 ?? ???: ???? ???? ??? ?? final-video.mp4 ??</a:t>
            </a:r>
            <a:endParaRPr lang="ko-KR" sz="1750"/>
          </a:p>
        </p:txBody>
      </p:sp>
      <p:sp>
        <p:nvSpPr>
          <p:cNvPr id="7" name="bullet"/>
          <p:cNvSpPr txBox="1"/>
          <p:nvPr/>
        </p:nvSpPr>
        <p:spPr>
          <a:xfrm>
            <a:off x="731520" y="3218687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??? ??: ?? ??? ?? ?? ??</a:t>
            </a:r>
            <a:endParaRPr lang="ko-KR" sz="1750"/>
          </a:p>
        </p:txBody>
      </p:sp>
      <p:sp>
        <p:nvSpPr>
          <p:cNvPr id="8" name="bullet"/>
          <p:cNvSpPr txBox="1"/>
          <p:nvPr/>
        </p:nvSpPr>
        <p:spPr>
          <a:xfrm>
            <a:off x="731520" y="3913631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?? ?? ??: ?? ????? ???? ??? ??? ??? ?? ??</a:t>
            </a:r>
            <a:endParaRPr lang="ko-KR" sz="1750"/>
          </a:p>
        </p:txBody>
      </p:sp>
      <p:sp>
        <p:nvSpPr>
          <p:cNvPr id="9" name="bullet"/>
          <p:cNvSpPr txBox="1"/>
          <p:nvPr/>
        </p:nvSpPr>
        <p:spPr>
          <a:xfrm>
            <a:off x="731520" y="4608575"/>
            <a:ext cx="10698480" cy="6217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? ??? ???? ?? ??? MP4? ???? ??? ??</a:t>
            </a:r>
            <a:endParaRPr lang="ko-KR" sz="17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8. ?? ??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3268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?? ?? ??? ?? ??? ??? ??</a:t>
            </a:r>
            <a:endParaRPr lang="ko-KR" sz="1450"/>
          </a:p>
        </p:txBody>
      </p:sp>
      <p:sp>
        <p:nvSpPr>
          <p:cNvPr id="4" name="line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header"/>
          <p:cNvSpPr txBox="1"/>
          <p:nvPr/>
        </p:nvSpPr>
        <p:spPr>
          <a:xfrm>
            <a:off x="685800" y="1828800"/>
            <a:ext cx="2743200" cy="65836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</a:t>
            </a:r>
            <a:endParaRPr lang="ko-KR" sz="1450"/>
          </a:p>
        </p:txBody>
      </p:sp>
      <p:sp>
        <p:nvSpPr>
          <p:cNvPr id="6" name="header"/>
          <p:cNvSpPr txBox="1"/>
          <p:nvPr/>
        </p:nvSpPr>
        <p:spPr>
          <a:xfrm>
            <a:off x="3429000" y="1828800"/>
            <a:ext cx="7589520" cy="65836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</a:t>
            </a:r>
            <a:endParaRPr lang="ko-KR" sz="1450"/>
          </a:p>
        </p:txBody>
      </p:sp>
      <p:sp>
        <p:nvSpPr>
          <p:cNvPr id="7" name="cell"/>
          <p:cNvSpPr txBox="1"/>
          <p:nvPr/>
        </p:nvSpPr>
        <p:spPr>
          <a:xfrm>
            <a:off x="685800" y="2487168"/>
            <a:ext cx="27432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GitHub Desktop</a:t>
            </a:r>
            <a:endParaRPr lang="ko-KR" sz="1320"/>
          </a:p>
        </p:txBody>
      </p:sp>
      <p:sp>
        <p:nvSpPr>
          <p:cNvPr id="8" name="cell"/>
          <p:cNvSpPr txBox="1"/>
          <p:nvPr/>
        </p:nvSpPr>
        <p:spPr>
          <a:xfrm>
            <a:off x="3429000" y="2487168"/>
            <a:ext cx="758952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 ??? Commit / Push</a:t>
            </a:r>
            <a:endParaRPr lang="ko-KR" sz="1320"/>
          </a:p>
        </p:txBody>
      </p:sp>
      <p:sp>
        <p:nvSpPr>
          <p:cNvPr id="9" name="cell"/>
          <p:cNvSpPr txBox="1"/>
          <p:nvPr/>
        </p:nvSpPr>
        <p:spPr>
          <a:xfrm>
            <a:off x="685800" y="3145535"/>
            <a:ext cx="27432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GitHub ???</a:t>
            </a:r>
            <a:endParaRPr lang="ko-KR" sz="1320"/>
          </a:p>
        </p:txBody>
      </p:sp>
      <p:sp>
        <p:nvSpPr>
          <p:cNvPr id="10" name="cell"/>
          <p:cNvSpPr txBox="1"/>
          <p:nvPr/>
        </p:nvSpPr>
        <p:spPr>
          <a:xfrm>
            <a:off x="3429000" y="3145535"/>
            <a:ext cx="75895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 ?? ??</a:t>
            </a:r>
            <a:endParaRPr lang="ko-KR" sz="1320"/>
          </a:p>
        </p:txBody>
      </p:sp>
      <p:sp>
        <p:nvSpPr>
          <p:cNvPr id="11" name="cell"/>
          <p:cNvSpPr txBox="1"/>
          <p:nvPr/>
        </p:nvSpPr>
        <p:spPr>
          <a:xfrm>
            <a:off x="685800" y="3803903"/>
            <a:ext cx="27432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Streamlit Cloud</a:t>
            </a:r>
            <a:endParaRPr lang="ko-KR" sz="1320"/>
          </a:p>
        </p:txBody>
      </p:sp>
      <p:sp>
        <p:nvSpPr>
          <p:cNvPr id="12" name="cell"/>
          <p:cNvSpPr txBox="1"/>
          <p:nvPr/>
        </p:nvSpPr>
        <p:spPr>
          <a:xfrm>
            <a:off x="3429000" y="3803903"/>
            <a:ext cx="758952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 ??</a:t>
            </a:r>
            <a:endParaRPr lang="ko-KR" sz="1320"/>
          </a:p>
        </p:txBody>
      </p:sp>
      <p:sp>
        <p:nvSpPr>
          <p:cNvPr id="13" name="cell"/>
          <p:cNvSpPr txBox="1"/>
          <p:nvPr/>
        </p:nvSpPr>
        <p:spPr>
          <a:xfrm>
            <a:off x="685800" y="4462271"/>
            <a:ext cx="27432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Secrets</a:t>
            </a:r>
            <a:endParaRPr lang="ko-KR" sz="1320"/>
          </a:p>
        </p:txBody>
      </p:sp>
      <p:sp>
        <p:nvSpPr>
          <p:cNvPr id="14" name="cell"/>
          <p:cNvSpPr txBox="1"/>
          <p:nvPr/>
        </p:nvSpPr>
        <p:spPr>
          <a:xfrm>
            <a:off x="3429000" y="4462271"/>
            <a:ext cx="75895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Gmail, Gemini, ??? ???? ??</a:t>
            </a:r>
            <a:endParaRPr lang="ko-KR" sz="1320"/>
          </a:p>
        </p:txBody>
      </p:sp>
      <p:sp>
        <p:nvSpPr>
          <p:cNvPr id="15" name="cell"/>
          <p:cNvSpPr txBox="1"/>
          <p:nvPr/>
        </p:nvSpPr>
        <p:spPr>
          <a:xfrm>
            <a:off x="685800" y="5120639"/>
            <a:ext cx="27432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 ??</a:t>
            </a:r>
            <a:endParaRPr lang="ko-KR" sz="1320"/>
          </a:p>
        </p:txBody>
      </p:sp>
      <p:sp>
        <p:nvSpPr>
          <p:cNvPr id="16" name="cell"/>
          <p:cNvSpPr txBox="1"/>
          <p:nvPr/>
        </p:nvSpPr>
        <p:spPr>
          <a:xfrm>
            <a:off x="3429000" y="5120639"/>
            <a:ext cx="758952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???/????? ???? ??</a:t>
            </a:r>
            <a:endParaRPr lang="ko-KR" sz="13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9. ?? ??? ?? ??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3268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??? ?? ??, ?? ??? ?? ??</a:t>
            </a:r>
            <a:endParaRPr lang="ko-KR" sz="1450"/>
          </a:p>
        </p:txBody>
      </p:sp>
      <p:sp>
        <p:nvSpPr>
          <p:cNvPr id="4" name="line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header"/>
          <p:cNvSpPr txBox="1"/>
          <p:nvPr/>
        </p:nvSpPr>
        <p:spPr>
          <a:xfrm>
            <a:off x="685800" y="1783080"/>
            <a:ext cx="301752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</a:t>
            </a:r>
            <a:endParaRPr lang="ko-KR" sz="1450"/>
          </a:p>
        </p:txBody>
      </p:sp>
      <p:sp>
        <p:nvSpPr>
          <p:cNvPr id="6" name="header"/>
          <p:cNvSpPr txBox="1"/>
          <p:nvPr/>
        </p:nvSpPr>
        <p:spPr>
          <a:xfrm>
            <a:off x="3703320" y="1783080"/>
            <a:ext cx="731520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?? ??</a:t>
            </a:r>
            <a:endParaRPr lang="ko-KR" sz="1450"/>
          </a:p>
        </p:txBody>
      </p:sp>
      <p:sp>
        <p:nvSpPr>
          <p:cNvPr id="7" name="cell"/>
          <p:cNvSpPr txBox="1"/>
          <p:nvPr/>
        </p:nvSpPr>
        <p:spPr>
          <a:xfrm>
            <a:off x="685800" y="2350008"/>
            <a:ext cx="301752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??/?? ??</a:t>
            </a:r>
            <a:endParaRPr lang="ko-KR" sz="1320"/>
          </a:p>
        </p:txBody>
      </p:sp>
      <p:sp>
        <p:nvSpPr>
          <p:cNvPr id="8" name="cell"/>
          <p:cNvSpPr txBox="1"/>
          <p:nvPr/>
        </p:nvSpPr>
        <p:spPr>
          <a:xfrm>
            <a:off x="3703320" y="2350008"/>
            <a:ext cx="73152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</a:t>
            </a:r>
            <a:endParaRPr lang="ko-KR" sz="1320"/>
          </a:p>
        </p:txBody>
      </p:sp>
      <p:sp>
        <p:nvSpPr>
          <p:cNvPr id="9" name="cell"/>
          <p:cNvSpPr txBox="1"/>
          <p:nvPr/>
        </p:nvSpPr>
        <p:spPr>
          <a:xfrm>
            <a:off x="685800" y="2916936"/>
            <a:ext cx="30175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???? UI</a:t>
            </a:r>
            <a:endParaRPr lang="ko-KR" sz="1320"/>
          </a:p>
        </p:txBody>
      </p:sp>
      <p:sp>
        <p:nvSpPr>
          <p:cNvPr id="10" name="cell"/>
          <p:cNvSpPr txBox="1"/>
          <p:nvPr/>
        </p:nvSpPr>
        <p:spPr>
          <a:xfrm>
            <a:off x="3703320" y="2916936"/>
            <a:ext cx="73152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</a:t>
            </a:r>
            <a:endParaRPr lang="ko-KR" sz="1320"/>
          </a:p>
        </p:txBody>
      </p:sp>
      <p:sp>
        <p:nvSpPr>
          <p:cNvPr id="11" name="cell"/>
          <p:cNvSpPr txBox="1"/>
          <p:nvPr/>
        </p:nvSpPr>
        <p:spPr>
          <a:xfrm>
            <a:off x="685800" y="3483864"/>
            <a:ext cx="301752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Gemini ???</a:t>
            </a:r>
            <a:endParaRPr lang="ko-KR" sz="1320"/>
          </a:p>
        </p:txBody>
      </p:sp>
      <p:sp>
        <p:nvSpPr>
          <p:cNvPr id="12" name="cell"/>
          <p:cNvSpPr txBox="1"/>
          <p:nvPr/>
        </p:nvSpPr>
        <p:spPr>
          <a:xfrm>
            <a:off x="3703320" y="3483864"/>
            <a:ext cx="73152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Pro ?? ?? ??</a:t>
            </a:r>
            <a:endParaRPr lang="ko-KR" sz="1320"/>
          </a:p>
        </p:txBody>
      </p:sp>
      <p:sp>
        <p:nvSpPr>
          <p:cNvPr id="13" name="cell"/>
          <p:cNvSpPr txBox="1"/>
          <p:nvPr/>
        </p:nvSpPr>
        <p:spPr>
          <a:xfrm>
            <a:off x="685800" y="4050791"/>
            <a:ext cx="30175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???? ???</a:t>
            </a:r>
            <a:endParaRPr lang="ko-KR" sz="1320"/>
          </a:p>
        </p:txBody>
      </p:sp>
      <p:sp>
        <p:nvSpPr>
          <p:cNvPr id="14" name="cell"/>
          <p:cNvSpPr txBox="1"/>
          <p:nvPr/>
        </p:nvSpPr>
        <p:spPr>
          <a:xfrm>
            <a:off x="3703320" y="4050791"/>
            <a:ext cx="73152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</a:t>
            </a:r>
            <a:endParaRPr lang="ko-KR" sz="1320"/>
          </a:p>
        </p:txBody>
      </p:sp>
      <p:sp>
        <p:nvSpPr>
          <p:cNvPr id="15" name="cell"/>
          <p:cNvSpPr txBox="1"/>
          <p:nvPr/>
        </p:nvSpPr>
        <p:spPr>
          <a:xfrm>
            <a:off x="685800" y="4617720"/>
            <a:ext cx="301752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MP4 ?? ??</a:t>
            </a:r>
            <a:endParaRPr lang="ko-KR" sz="1320"/>
          </a:p>
        </p:txBody>
      </p:sp>
      <p:sp>
        <p:nvSpPr>
          <p:cNvPr id="16" name="cell"/>
          <p:cNvSpPr txBox="1"/>
          <p:nvPr/>
        </p:nvSpPr>
        <p:spPr>
          <a:xfrm>
            <a:off x="3703320" y="4617720"/>
            <a:ext cx="73152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??, ?? ?? ??</a:t>
            </a:r>
            <a:endParaRPr lang="ko-KR" sz="1320"/>
          </a:p>
        </p:txBody>
      </p:sp>
      <p:sp>
        <p:nvSpPr>
          <p:cNvPr id="17" name="cell"/>
          <p:cNvSpPr txBox="1"/>
          <p:nvPr/>
        </p:nvSpPr>
        <p:spPr>
          <a:xfrm>
            <a:off x="685800" y="5184648"/>
            <a:ext cx="30175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</a:t>
            </a:r>
            <a:endParaRPr lang="ko-KR" sz="1320"/>
          </a:p>
        </p:txBody>
      </p:sp>
      <p:sp>
        <p:nvSpPr>
          <p:cNvPr id="18" name="cell"/>
          <p:cNvSpPr txBox="1"/>
          <p:nvPr/>
        </p:nvSpPr>
        <p:spPr>
          <a:xfrm>
            <a:off x="3703320" y="5184648"/>
            <a:ext cx="73152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?? ??, ?? ? ? ?? ?? ??</a:t>
            </a:r>
            <a:endParaRPr lang="ko-KR" sz="132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 ?? ??? ? ?? ??</dc:title>
  <dc:creator>Codex</dc:creator>
  <cp:lastModifiedBy>Codex</cp:lastModifiedBy>
  <dcterms:created xsi:type="dcterms:W3CDTF">2026-06-26T07:33:44.149006Z</dcterms:created>
  <dcterms:modified xsi:type="dcterms:W3CDTF">2026-06-26T07:33:44.149006Z</dcterms:modified>
</cp:coreProperties>
</file>